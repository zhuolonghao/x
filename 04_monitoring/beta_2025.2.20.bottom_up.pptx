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7" r:id="rId13"/>
    <p:sldId id="259" r:id="rId14"/>
    <p:sldId id="267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ily" id="{B0EF8025-A5E9-4BAB-BAEB-746E54024BC6}">
          <p14:sldIdLst>
            <p14:sldId id="256"/>
            <p14:sldId id="268"/>
            <p14:sldId id="269"/>
          </p14:sldIdLst>
        </p14:section>
        <p14:section name="Monthly" id="{C3CE7B2B-C341-476F-8923-2E95A8184CBA}">
          <p14:sldIdLst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Quarterly" id="{3088FE0F-34AF-413A-AE8F-B10EC2319EEE}">
          <p14:sldIdLst>
            <p14:sldId id="257"/>
            <p14:sldId id="259"/>
            <p14:sldId id="267"/>
          </p14:sldIdLst>
        </p14:section>
        <p14:section name="Stocks_Screening" id="{0903FE91-6843-4F64-B402-C15EA5A71947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B30F-3333-510B-1260-DDD8BC446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7624C-0C53-A4EC-6CEB-4A17DD904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F9EB5-82F7-90D2-2F2B-B512F5A6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5A41-18A3-B4C5-FA83-C6C1FBE5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5E0C2-EF38-A3C7-659D-A4C4CCCE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DDD3-3C0D-80CC-F885-3C081D00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12E3-27F4-6BA7-A004-A47F6C3A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7D0C-119F-2894-6A51-1470AB8B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72F8E-FB7D-60E1-B480-46973310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3177-4174-415B-AB0C-0F0C1D50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6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B3A2-0929-8A8E-4175-58E6213D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A741-40F4-CD76-A383-4C9CFCCF0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AAAB-F8B6-BF6B-178F-7903478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3ECDD-8E8A-F1C1-98EA-EFB59FC6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8EB7F-0DA2-10E8-DBA0-30A2CC11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2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6530-F656-7FB3-3070-15E2FDA9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2A26-969A-08CA-0395-FCA968C2E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FDC4-B79B-C5BE-2686-D3B9C4662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7D91-E5E3-CC11-00F7-89673AFB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7B5F-A91B-9853-CE0F-A30BDF02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7FB71-86C9-6053-7FC1-71CD0B32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9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67E9-2FC6-A7DA-51AC-AF12436D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B77FC-4B6A-5F99-5A68-686215B9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4FC58-5F39-BCE1-1829-1A29E8F1B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89847-AA4E-716C-47A0-FE4017A3A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9CEE7-1462-186A-E705-E2FDFC336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5CE5B-ED4E-1D45-9195-51AE7584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420BA-F42F-294B-619E-B4CE9A6F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3CD68-C00D-97C9-BA9E-BBB89844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2D6-A5FD-54CB-883C-1254B6B9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4724-E2D0-5D23-634A-8124F52D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8A667-0849-EECA-593F-11E49121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52C3B-7275-7346-FED9-2EE77732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6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6C2CE-8B15-48F4-36C3-9E03B32D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D961D-7A2C-6212-7329-BFBF8795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AB23-6D8B-C085-A237-50C6A355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EB2-E131-20CD-E604-A37412A9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F3D-29E4-D510-B217-DB672031F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BE205-8BF7-768D-F6EE-0118BBCE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036A6-89E0-FB1E-AE9D-E512F042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2037C-B19F-F164-E2DE-AAF503A0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7D930-62D4-7D86-A7D3-312F6B37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8F92-F7F6-C549-A94E-B3552BD8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1E58-EA27-BE94-F6C1-9F6CE4596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72C80-C851-F7C8-B6AC-788AC5E3E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9AA13-7360-D9FC-CCB1-C1FC011A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6109D-14DD-41A9-883C-A18DE308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58429-6B01-891F-C630-348C0110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0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5E2D-4C15-75FE-4CCF-B6FC09F3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F63E9-99F0-9679-B9E4-E2C885C63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F44CA-E5EC-3CFF-9AD4-CA32AD79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7A1A2-DED1-812D-6875-BBEC89C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7E03-0A1E-BD71-583E-6D2A02EB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9EFED-B247-1B3B-D877-B20C578F7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30C66-948A-63AE-EE63-1E82C7DB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B5C81-1315-A33C-4FF9-07D51FFB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B8FC3-DC24-72ED-F4D9-30090F05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BB9CE-1685-FDF4-446F-28191B73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8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76DFD-06D1-6B33-C7E7-58BA9334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3972F-85BC-DA8A-A333-EF6B47B4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552E1-F34F-5F1E-1EE1-46BF0626F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0CF9-F688-44A5-98E2-16B853B01EB7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C4F62-27E8-A6F8-6582-D3FB47B06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83890-01B6-E725-E806-1561C7B4E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1CFCB-9943-41C0-BF75-7E924F12D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9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F647-988D-AAC0-7A41-2E141E15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Federal Fund Rate 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67D6E-809A-29BC-88DE-721710E5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61" y="1030959"/>
            <a:ext cx="1119467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7842-8F66-9224-D6C4-4C956D8E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BDC36-9328-CA03-9493-AF4FE15C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SP500 Implied Correlation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66CEF-10F1-900F-C7E4-8CE96F5C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8" y="103939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7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CD63-A1E5-7BEE-26A8-5C3335B8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9FB8-CAA1-5C11-06C5-2B1D9D01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SP500 Implied Correlation - Scorecard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D2CEA-E411-7583-E15E-1CD07E17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03" y="1090858"/>
            <a:ext cx="1076160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7916-6E3B-718F-9CF9-7A027A42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94B0-BAA4-90CF-EFB7-197A1268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Unemployment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0BA9F-378B-D7FC-38FC-22476D31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6" y="1127740"/>
            <a:ext cx="1101912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F371-D686-F9F6-8AAE-DC2ED982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59EC-FC89-221F-6EA3-36908529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CPI De-construction – 2.13.2025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DC532-CF16-3ABD-99FF-35D442A0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67" y="109201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5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F87F-50A9-3A64-BD84-40AC08658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3B39-F1D5-B29C-5B3E-9594DC57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CPI De-construction: AUTO and Leisure – 2.13.2025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7EA96-231B-56B2-B3FE-62754F61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2490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1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86AB-F27B-2E85-AE8C-C9562D87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F2D3-39D3-9204-63EE-57DF1493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PCE De-construction – 1.31.2025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91884-C127-2EE5-23E2-541EA3C2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44" y="1045968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39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933D-D0C8-BAE0-EB49-595C310C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CB8D-C841-53B2-5C07-55FF3397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PCE Deep-Dive: Auto – 1.31.2025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7FEEE-D1FC-EC60-84C8-F3913DBB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35" y="1151223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28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6C49-FA83-7685-77CD-772A3D76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1514-2538-A61A-063A-A964B37F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Auto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4A3F89-A9A3-F7EE-74ED-55555982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2" y="957343"/>
            <a:ext cx="108402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7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72C2-4281-1CF3-E36E-5B616E4C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1401-B3E7-D5F7-67E4-BE8DE7AB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High Tech (Semiconductor / Communication / Computer Equipment)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40C09-A998-A86F-B85F-64ADE779C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1129659"/>
            <a:ext cx="1093931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D5CD-9F45-EB9C-632F-28366D81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B7AC-D9D2-7C73-96D3-F16155F7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Industrial Production: Energy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86A8F1-BF73-15A8-429B-D5E09C2E5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79" y="1179541"/>
            <a:ext cx="1073426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9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2071-BF0C-F8FA-DEF2-073708DF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1A96-F463-4984-F9F7-FA0666A9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Real GDP and its components – 1.31.2025</a:t>
            </a:r>
            <a:r>
              <a:rPr lang="en-US" sz="900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B256E-C899-87E4-3B8C-8A2B2498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1657196"/>
            <a:ext cx="10059272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3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A7FE-3980-2018-B15C-17EBCD6B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DD0B-E883-0C46-6163-48B99F19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Labor Productivity – 1.31.2025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9909E-BFF7-41AF-3D3E-5564B64E0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1657196"/>
            <a:ext cx="10059272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3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3331-B9C2-6F92-D5AE-8E9A9B63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B343-2E87-5496-0ED5-9DBF6479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Stocks’ Earnings Breakdown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79303-A44E-CCA4-927B-B72EBAC21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37" y="105877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7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023B-9B83-CAFE-281F-1E471009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6621-0B55-5D31-DAA4-71580FEE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Fundamental Score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3FF80-D850-15FA-862F-C04D22A8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7155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4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0A29-0E44-61FE-318B-151003CE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F216-4CD3-F004-4512-E4B98743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Momentum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B5DDEC-4830-5482-F5AF-BAE02FCFF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05" y="1138066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4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3F19-D728-083A-5D46-096EEEEA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BEA4-A675-B19E-8315-344F01B5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Industry Momentum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253C4F-4C95-0C1E-809F-22047813C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65" y="108585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7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75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Federal Fund Rate  </vt:lpstr>
      <vt:lpstr>SP500 Implied Correlation</vt:lpstr>
      <vt:lpstr>SP500 Implied Correlation - Scorecard</vt:lpstr>
      <vt:lpstr>Unemployment</vt:lpstr>
      <vt:lpstr>CPI De-construction – 2.13.2025</vt:lpstr>
      <vt:lpstr>CPI De-construction: AUTO and Leisure – 2.13.2025</vt:lpstr>
      <vt:lpstr>PCE De-construction – 1.31.2025</vt:lpstr>
      <vt:lpstr>PCE Deep-Dive: Auto – 1.31.2025</vt:lpstr>
      <vt:lpstr>Industrial Production: Auto</vt:lpstr>
      <vt:lpstr>Industrial Production: High Tech (Semiconductor / Communication / Computer Equipment)</vt:lpstr>
      <vt:lpstr>Industrial Production: Energy</vt:lpstr>
      <vt:lpstr>Real GDP and its components – 1.31.2025 </vt:lpstr>
      <vt:lpstr>Labor Productivity – 1.31.2025</vt:lpstr>
      <vt:lpstr>Stocks’ Earnings Breakdown</vt:lpstr>
      <vt:lpstr>Fundamental Score</vt:lpstr>
      <vt:lpstr>Momentum</vt:lpstr>
      <vt:lpstr>Industry Momentum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Longhao Desktop</dc:creator>
  <cp:lastModifiedBy>Longhao Desktop</cp:lastModifiedBy>
  <cp:revision>8</cp:revision>
  <dcterms:created xsi:type="dcterms:W3CDTF">2025-02-12T19:28:49Z</dcterms:created>
  <dcterms:modified xsi:type="dcterms:W3CDTF">2025-02-16T19:47:29Z</dcterms:modified>
</cp:coreProperties>
</file>