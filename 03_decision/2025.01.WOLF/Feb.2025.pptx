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Stock-level Screening" id="{A94A49EB-0EFD-4385-96E1-D923E1F8474C}">
          <p14:sldIdLst>
            <p14:sldId id="257"/>
            <p14:sldId id="258"/>
            <p14:sldId id="259"/>
            <p14:sldId id="260"/>
            <p14:sldId id="261"/>
          </p14:sldIdLst>
        </p14:section>
        <p14:section name="2. Industry Validation" id="{27C6B89A-1D39-4538-A20E-66289EBFA100}">
          <p14:sldIdLst>
            <p14:sldId id="262"/>
            <p14:sldId id="263"/>
            <p14:sldId id="264"/>
            <p14:sldId id="265"/>
            <p14:sldId id="268"/>
          </p14:sldIdLst>
        </p14:section>
        <p14:section name="3. Macro Cross-Check" id="{94EAD9C3-5676-49E6-AF1E-CEBA26B84E25}">
          <p14:sldIdLst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6344" autoAdjust="0"/>
  </p:normalViewPr>
  <p:slideViewPr>
    <p:cSldViewPr snapToGrid="0">
      <p:cViewPr varScale="1">
        <p:scale>
          <a:sx n="106" d="100"/>
          <a:sy n="106" d="100"/>
        </p:scale>
        <p:origin x="103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5A0EFE-FEB9-4684-A991-30FBCA460C8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440BEC-FC3A-47C3-AD26-8E7C65409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426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440BEC-FC3A-47C3-AD26-8E7C654092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191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440BEC-FC3A-47C3-AD26-8E7C654092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04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664E0-7B03-9465-4628-24DB5A324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438C94-B469-7016-0E3A-CB9141B640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B82AA-C6DF-C4A4-3CEE-A62207B74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0A7D9-A2AF-43A0-B752-7B0AA3318C51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93DCF-72D8-4CBA-69E5-96BBDE720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CFB97-AD81-F1C8-9A09-B8D9DFC3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CBE5C-AB24-4B3E-8D7F-01A90E18A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2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911EB-C2A5-0958-D37C-6EE88B7C2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DD6BC-8F48-2004-0640-B96DCF49A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18487-E534-B6A8-B0CC-C9882725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0A7D9-A2AF-43A0-B752-7B0AA3318C51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9E8A9-C211-A655-BA11-075DD2BAA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A9AB2-67D5-55F6-819D-0BCEC8C1F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CBE5C-AB24-4B3E-8D7F-01A90E18A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30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A9B2-2138-6961-06E2-1F42E7B7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1CEFC-DD4B-CCD1-A9AE-02F8DB2F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ECD41-B105-A453-BD68-FA33103EA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0A7D9-A2AF-43A0-B752-7B0AA3318C51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A0BF9-CC84-1B77-951F-D559D4C73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C93BA-FD56-B72C-3A1A-63181C18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CBE5C-AB24-4B3E-8D7F-01A90E18A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05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BDB7C-FADB-35EE-7677-4F672787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B3DC2-6ED3-9254-929E-C5443A0294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56648-6F89-40E7-F578-E7D22C81F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BEB6B-43E8-0899-ECE4-615A48764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0A7D9-A2AF-43A0-B752-7B0AA3318C51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BB14E-6BEE-0980-F4A9-214980146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466FF-688A-1A72-928A-4D72DF8FC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CBE5C-AB24-4B3E-8D7F-01A90E18A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52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3B55-1979-7D82-AD4A-1939C31D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C25C7-ED52-8BE3-DB4A-B1800014A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05EA9D-7A4A-02E2-0B7E-EF0DBA0CF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1DAEE6-8E8E-269C-71A6-1686C9B71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7E765-AFE5-A61A-3786-8C854060FB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D052EC-09C3-1008-FF2B-6425EFEB5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0A7D9-A2AF-43A0-B752-7B0AA3318C51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172578-BA3F-24FB-ED29-DD56C5D2B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CD1E7C-1574-6CC6-20E6-FE4DA5DB9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CBE5C-AB24-4B3E-8D7F-01A90E18A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15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A7CE7-F262-17DE-4AEB-BD52EA4FD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1A5124-3FAF-51E2-A1F5-7E50BD029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0A7D9-A2AF-43A0-B752-7B0AA3318C51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8922EB-7414-78F9-21FF-B672A1B72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6363D-B8F1-6ACE-CB6C-7C3915CEC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CBE5C-AB24-4B3E-8D7F-01A90E18A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208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148CC5-3D67-9F0D-0CC8-37681B100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0A7D9-A2AF-43A0-B752-7B0AA3318C51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8BC293-668A-41D3-4176-EE99924C0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50496-6826-4CA7-8EA7-4946AC4BE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CBE5C-AB24-4B3E-8D7F-01A90E18A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32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F90A0-F069-B21C-B46C-7AF457D5C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204C6-24C5-A302-297B-5990953E8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29EEE-D528-485F-C6F7-CE90C64B3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3C589-6750-158D-0EB2-C8EBC5535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0A7D9-A2AF-43A0-B752-7B0AA3318C51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3A758-99FD-EE90-C5F0-FF8F71E01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F80E7-2EFB-609B-8700-C7357128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CBE5C-AB24-4B3E-8D7F-01A90E18A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18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5770E-B0E9-4FAA-169F-23F9B596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B1C0DD-0E96-6242-0256-0F79E5D07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32210-06F1-BB9A-866F-EB410C695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FC7F6-8C34-5336-623C-EAFC114E4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0A7D9-A2AF-43A0-B752-7B0AA3318C51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705CC-4F46-0D3E-0F32-7FCAFD6FD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963DC-ED35-9EC9-4962-44289E65B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CBE5C-AB24-4B3E-8D7F-01A90E18A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2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4FBD0-0F88-72B5-9E83-A85042064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E7CA1-D68B-2273-F151-FCEB74083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F9285-2FA7-3D03-01B3-149BF1698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0A7D9-A2AF-43A0-B752-7B0AA3318C51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29525-2DDB-3995-2BC1-FAF17623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8CF10-E0E2-9E4B-1D17-D5592F897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CBE5C-AB24-4B3E-8D7F-01A90E18A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2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8BD469-FCA1-AECC-3C01-32F88B09B9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D0B30-0A07-DD92-892C-D6F23E606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97F21-10C8-180F-95E2-804558E25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0A7D9-A2AF-43A0-B752-7B0AA3318C51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5D4A6-193B-9645-1D8D-B65CF590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718F1-93BC-4B04-F9C1-FE2F52C4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CBE5C-AB24-4B3E-8D7F-01A90E18A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02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BE0B23-3AD7-309A-A52B-32D60212C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5CB66-9018-C648-5141-A8E88510C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91D17-D268-DB9F-E176-48258D6F22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0A7D9-A2AF-43A0-B752-7B0AA3318C51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B277F-02AA-02CF-5FF1-9DA681E8D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107D5-B817-B093-4A58-33E0C95A7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CBE5C-AB24-4B3E-8D7F-01A90E18A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5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D0AC4A9-8274-9412-58E3-4EBF3264E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44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D6D689-A038-4F23-907D-5310D241A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668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8098DF-D59D-9B93-86B1-A6A9CD184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717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BB3F45-35AE-75FC-5AC2-496BAA277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290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9C65EF-1318-D4A9-18F7-36AEE5143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822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1D3AD4-B4D0-8EAC-6810-0184AE85B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452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641DE-D691-536D-A892-9AC125DE4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9603C9-893F-EA96-CC2C-3354B7B63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473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F73C43-6A58-6977-BFC6-2BAD66BF0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649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4E504B-A6E5-0943-9D69-C6D5224CC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513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FDF1C-6D9D-0FCB-3443-AC87CD5FD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E6428D-ABD8-E90E-6F5C-90F5697BF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667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7949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</Words>
  <Application>Microsoft Office PowerPoint</Application>
  <PresentationFormat>Widescreen</PresentationFormat>
  <Paragraphs>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Longhao Desktop</dc:creator>
  <cp:lastModifiedBy>Longhao Desktop</cp:lastModifiedBy>
  <cp:revision>2</cp:revision>
  <dcterms:created xsi:type="dcterms:W3CDTF">2025-02-22T02:58:15Z</dcterms:created>
  <dcterms:modified xsi:type="dcterms:W3CDTF">2025-02-22T03:50:28Z</dcterms:modified>
</cp:coreProperties>
</file>