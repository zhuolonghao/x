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8" r:id="rId3"/>
    <p:sldId id="269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57" r:id="rId13"/>
    <p:sldId id="259" r:id="rId14"/>
    <p:sldId id="267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aily" id="{B0EF8025-A5E9-4BAB-BAEB-746E54024BC6}">
          <p14:sldIdLst>
            <p14:sldId id="256"/>
            <p14:sldId id="268"/>
            <p14:sldId id="269"/>
          </p14:sldIdLst>
        </p14:section>
        <p14:section name="Monthly" id="{C3CE7B2B-C341-476F-8923-2E95A8184CBA}">
          <p14:sldIdLst>
            <p14:sldId id="258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Quarterly" id="{3088FE0F-34AF-413A-AE8F-B10EC2319EEE}">
          <p14:sldIdLst>
            <p14:sldId id="257"/>
            <p14:sldId id="259"/>
            <p14:sldId id="267"/>
          </p14:sldIdLst>
        </p14:section>
        <p14:section name="Stocks_Screening" id="{0903FE91-6843-4F64-B402-C15EA5A71947}">
          <p14:sldIdLst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5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672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A7B30F-3333-510B-1260-DDD8BC446F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77624C-0C53-A4EC-6CEB-4A17DD9047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F9EB5-82F7-90D2-2F2B-B512F5A6C3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820CF9-F688-44A5-98E2-16B853B01EB7}" type="datetimeFigureOut">
              <a:rPr lang="en-US" smtClean="0"/>
              <a:t>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345A41-18A3-B4C5-FA83-C6C1FBE5E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15E0C2-EF38-A3C7-659D-A4C4CCCED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81CFCB-9943-41C0-BF75-7E924F12DE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87271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7DDD3-3C0D-80CC-F885-3C081D009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1E12E3-27F4-6BA7-A004-A47F6C3A65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237D0C-119F-2894-6A51-1470AB8B3C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820CF9-F688-44A5-98E2-16B853B01EB7}" type="datetimeFigureOut">
              <a:rPr lang="en-US" smtClean="0"/>
              <a:t>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372F8E-FB7D-60E1-B480-46973310D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DC3177-4174-415B-AB0C-0F0C1D50F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81CFCB-9943-41C0-BF75-7E924F12DE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0661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6B3A2-0929-8A8E-4175-58E6213DD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06A741-40F4-CD76-A383-4C9CFCCF06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4DAAAB-F8B6-BF6B-178F-7903478E5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820CF9-F688-44A5-98E2-16B853B01EB7}" type="datetimeFigureOut">
              <a:rPr lang="en-US" smtClean="0"/>
              <a:t>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13ECDD-8E8A-F1C1-98EA-EFB59FC6F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98EB7F-0DA2-10E8-DBA0-30A2CC111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81CFCB-9943-41C0-BF75-7E924F12DE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86234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A6530-F656-7FB3-3070-15E2FDA90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D02A26-969A-08CA-0395-FCA968C2ED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4BFDC4-B79B-C5BE-2686-D3B9C4662E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F47D91-E5E3-CC11-00F7-89673AFB1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820CF9-F688-44A5-98E2-16B853B01EB7}" type="datetimeFigureOut">
              <a:rPr lang="en-US" smtClean="0"/>
              <a:t>2/15/2025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CC7B5F-A91B-9853-CE0F-A30BDF025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C7FB71-86C9-6053-7FC1-71CD0B326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81CFCB-9943-41C0-BF75-7E924F12DE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098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1767E9-2FC6-A7DA-51AC-AF12436D9C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1B77FC-4B6A-5F99-5A68-686215B940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D4FC58-5F39-BCE1-1829-1A29E8F1BA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BD89847-AA4E-716C-47A0-FE4017A3A2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39CEE7-1462-186A-E705-E2FDFC336C3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45CE5B-ED4E-1D45-9195-51AE75841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820CF9-F688-44A5-98E2-16B853B01EB7}" type="datetimeFigureOut">
              <a:rPr lang="en-US" smtClean="0"/>
              <a:t>2/15/2025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59420BA-F42F-294B-619E-B4CE9A6F26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73CD68-C00D-97C9-BA9E-BBB898440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81CFCB-9943-41C0-BF75-7E924F12DE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334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BB2D6-A5FD-54CB-883C-1254B6B9C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4EF4724-E2D0-5D23-634A-8124F52D0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820CF9-F688-44A5-98E2-16B853B01EB7}" type="datetimeFigureOut">
              <a:rPr lang="en-US" smtClean="0"/>
              <a:t>2/15/2025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68A667-0849-EECA-593F-11E4912141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952C3B-7275-7346-FED9-2EE7773225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81CFCB-9943-41C0-BF75-7E924F12DE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5697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D66C2CE-8B15-48F4-36C3-9E03B32D6B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820CF9-F688-44A5-98E2-16B853B01EB7}" type="datetimeFigureOut">
              <a:rPr lang="en-US" smtClean="0"/>
              <a:t>2/15/2025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37D961D-7A2C-6212-7329-BFBF87957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C7AB23-6D8B-C085-A237-50C6A355E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81CFCB-9943-41C0-BF75-7E924F12DE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60868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6CFEB2-E131-20CD-E604-A37412A98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7BCF3D-29E4-D510-B217-DB672031F8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4BE205-8BF7-768D-F6EE-0118BBCED3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C036A6-89E0-FB1E-AE9D-E512F0428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820CF9-F688-44A5-98E2-16B853B01EB7}" type="datetimeFigureOut">
              <a:rPr lang="en-US" smtClean="0"/>
              <a:t>2/15/2025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72037C-B19F-F164-E2DE-AAF503A0F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17D930-62D4-7D86-A7D3-312F6B375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81CFCB-9943-41C0-BF75-7E924F12DE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0315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298F92-F7F6-C549-A94E-B3552BD8FF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C11E58-EA27-BE94-F6C1-9F6CE45966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AC72C80-C851-F7C8-B6AC-788AC5E3E7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A9AA13-7360-D9FC-CCB1-C1FC011A84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820CF9-F688-44A5-98E2-16B853B01EB7}" type="datetimeFigureOut">
              <a:rPr lang="en-US" smtClean="0"/>
              <a:t>2/15/2025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26109D-14DD-41A9-883C-A18DE308F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C58429-6B01-891F-C630-348C01104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81CFCB-9943-41C0-BF75-7E924F12DE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4064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6A5E2D-4C15-75FE-4CCF-B6FC09F32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10F63E9-99F0-9679-B9E4-E2C885C63B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EF44CA-E5EC-3CFF-9AD4-CA32AD798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820CF9-F688-44A5-98E2-16B853B01EB7}" type="datetimeFigureOut">
              <a:rPr lang="en-US" smtClean="0"/>
              <a:t>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37A1A2-DED1-812D-6875-BBEC89C69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AA7E03-0A1E-BD71-583E-6D2A02EB2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81CFCB-9943-41C0-BF75-7E924F12DE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00236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1B9EFED-B247-1B3B-D877-B20C578F7E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C30C66-948A-63AE-EE63-1E82C7DB1D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7B5C81-1315-A33C-4FF9-07D51FFBC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820CF9-F688-44A5-98E2-16B853B01EB7}" type="datetimeFigureOut">
              <a:rPr lang="en-US" smtClean="0"/>
              <a:t>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FB8FC3-DC24-72ED-F4D9-30090F0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2BB9CE-1685-FDF4-446F-28191B731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81CFCB-9943-41C0-BF75-7E924F12DE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983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1476DFD-06D1-6B33-C7E7-58BA93344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23972F-85BC-DA8A-A333-EF6B47B40F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8552E1-F34F-5F1E-1EE1-46BF0626FB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820CF9-F688-44A5-98E2-16B853B01EB7}" type="datetimeFigureOut">
              <a:rPr lang="en-US" smtClean="0"/>
              <a:t>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FC4F62-27E8-A6F8-6582-D3FB47B06D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783890-01B6-E725-E806-1561C7B4EF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81CFCB-9943-41C0-BF75-7E924F12DE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3968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FF647-988D-AAC0-7A41-2E141E15B1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Federal Fund Rate </a:t>
            </a:r>
            <a:r>
              <a:rPr lang="en-US" dirty="0"/>
              <a:t>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7F67D6E-809A-29BC-88DE-721710E5C4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61" y="1030959"/>
            <a:ext cx="11194677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43725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77842-8F66-9224-D6C4-4C956D8EF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BDC36-9328-CA03-9493-AF4FE15CF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SP500 Implied Correlation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1D66CEF-10F1-900F-C7E4-8CE96F5C5E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488" y="1039390"/>
            <a:ext cx="975360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63700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9CD63-A1E5-7BEE-26A8-5C3335B81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E9FB8-CAA1-5C11-06C5-2B1D9D01A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SP500 Implied Correlation - Scorecard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4D2CEA-E411-7583-E15E-1CD07E170A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803" y="1090858"/>
            <a:ext cx="10761604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42938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D7916-6E3B-718F-9CF9-7A027A421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A594B0-BAA4-90CF-EFB7-197A12680A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Unemployment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2F0BA9F-378B-D7FC-38FC-22476D3121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296" y="1127740"/>
            <a:ext cx="11019127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5310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56F371-D686-F9F6-8AAE-DC2ED9820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559EC-FC89-221F-6EA3-3690852954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CPI De-construction – 2.13.2025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FDC532-CF16-3ABD-99FF-35D442A0B6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367" y="1092019"/>
            <a:ext cx="975360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22534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0F87F-50A9-3A64-BD84-40AC08658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73B39-F1D5-B29C-5B3E-9594DC578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CPI De-construction: AUTO and Leisure – 2.13.2025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27EA96-231B-56B2-B3FE-62754F6151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1124909"/>
            <a:ext cx="975360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28183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ED86AB-F27B-2E85-AE8C-C9562D870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A7F2D3-39D3-9204-63EE-57DF1493F6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PCE De-construction – 1.31.2025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D591884-C127-2EE5-23E2-541EA3C231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0144" y="1045968"/>
            <a:ext cx="975360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87394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8933D-D0C8-BAE0-EB49-595C310CCD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4CB8D-C841-53B2-5C07-55FF33974B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PCE Deep-Dive: Auto – 1.31.2025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D7FEEE-D1FC-EC60-84C8-F3913DBB6B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9635" y="1151223"/>
            <a:ext cx="975360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47284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B6C49-FA83-7685-77CD-772A3D76A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3D1514-2538-A61A-063A-A964B37FB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Industrial Production: Auto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C4A3F89-A9A3-F7EE-74ED-55555982D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872" y="957343"/>
            <a:ext cx="10840256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2716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C72C2-4281-1CF3-E36E-5B616E4C3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81401-B3E7-D5F7-67E4-BE8DE7AB20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Industrial Production: High Tech (Semiconductor / Communication / Computer Equipment)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ED40C09-A998-A86F-B85F-64ADE779C8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263" y="1129659"/>
            <a:ext cx="10939316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7598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F9D5CD-9F45-EB9C-632F-28366D815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0B7AC-D9D2-7C73-96D3-F16155F77E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Industrial Production: Energy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A86A8F1-BF73-15A8-429B-D5E09C2E54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179" y="1179541"/>
            <a:ext cx="10734262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44959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12071-BF0C-F8FA-DEF2-073708DFA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01A96-F463-4984-F9F7-FA0666A93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Real GDP and its components – 1.31.2025</a:t>
            </a:r>
            <a:r>
              <a:rPr lang="en-US" sz="900" dirty="0"/>
              <a:t> 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BB256E-C899-87E4-3B8C-8A2B2498F1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364" y="1657196"/>
            <a:ext cx="10059272" cy="3543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34312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1FA7FE-3980-2018-B15C-17EBCD6BB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FDD0B-E883-0C46-6163-48B99F196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Labor Productivity – 1.31.2025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29909E-BFF7-41AF-3D3E-5564B64E00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364" y="1657196"/>
            <a:ext cx="10059272" cy="3543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10311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D13331-B9C2-6F92-D5AE-8E9A9B63B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FB343-2E87-5496-0ED5-9DBF64794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sz="1800" b="1" dirty="0">
                <a:solidFill>
                  <a:srgbClr val="000000"/>
                </a:solidFill>
                <a:latin typeface="Calibri" panose="020F0502020204030204" pitchFamily="34" charset="0"/>
              </a:rPr>
              <a:t>Stocks’ Earnings Breakdown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879303-A44E-CCA4-927B-B72EBAC217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337" y="1058779"/>
            <a:ext cx="975360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3773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A023B-9B83-CAFE-281F-1E471009D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06621-0B55-5D31-DAA4-71580FEE82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sz="1800" b="1" dirty="0">
                <a:solidFill>
                  <a:srgbClr val="000000"/>
                </a:solidFill>
                <a:latin typeface="Calibri" panose="020F0502020204030204" pitchFamily="34" charset="0"/>
              </a:rPr>
              <a:t>Fundamental Score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B3FF80-D850-15FA-862F-C04D22A88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971550"/>
            <a:ext cx="975360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6498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0E0A29-0E44-61FE-318B-151003CEA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9AF216-4CD3-F004-4512-E4B987435D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sz="1800" b="1" dirty="0">
                <a:solidFill>
                  <a:srgbClr val="000000"/>
                </a:solidFill>
                <a:latin typeface="Calibri" panose="020F0502020204030204" pitchFamily="34" charset="0"/>
              </a:rPr>
              <a:t>Momentum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ABE6C22-86FE-C610-D1EF-5DB34537ED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265" y="1085850"/>
            <a:ext cx="975360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89441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1084</TotalTime>
  <Words>73</Words>
  <Application>Microsoft Office PowerPoint</Application>
  <PresentationFormat>Widescreen</PresentationFormat>
  <Paragraphs>16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Calibri Light</vt:lpstr>
      <vt:lpstr>Office Theme</vt:lpstr>
      <vt:lpstr>Federal Fund Rate  </vt:lpstr>
      <vt:lpstr>SP500 Implied Correlation</vt:lpstr>
      <vt:lpstr>SP500 Implied Correlation - Scorecard</vt:lpstr>
      <vt:lpstr>Unemployment</vt:lpstr>
      <vt:lpstr>CPI De-construction – 2.13.2025</vt:lpstr>
      <vt:lpstr>CPI De-construction: AUTO and Leisure – 2.13.2025</vt:lpstr>
      <vt:lpstr>PCE De-construction – 1.31.2025</vt:lpstr>
      <vt:lpstr>PCE Deep-Dive: Auto – 1.31.2025</vt:lpstr>
      <vt:lpstr>Industrial Production: Auto</vt:lpstr>
      <vt:lpstr>Industrial Production: High Tech (Semiconductor / Communication / Computer Equipment)</vt:lpstr>
      <vt:lpstr>Industrial Production: Energy</vt:lpstr>
      <vt:lpstr>Real GDP and its components – 1.31.2025 </vt:lpstr>
      <vt:lpstr>Labor Productivity – 1.31.2025</vt:lpstr>
      <vt:lpstr>Stocks’ Earnings Breakdown</vt:lpstr>
      <vt:lpstr>Fundamental Score</vt:lpstr>
      <vt:lpstr>Momentum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Longhao Desktop</dc:creator>
  <cp:lastModifiedBy>Longhao Desktop</cp:lastModifiedBy>
  <cp:revision>7</cp:revision>
  <dcterms:created xsi:type="dcterms:W3CDTF">2025-02-12T19:28:49Z</dcterms:created>
  <dcterms:modified xsi:type="dcterms:W3CDTF">2025-02-15T16:03:05Z</dcterms:modified>
</cp:coreProperties>
</file>